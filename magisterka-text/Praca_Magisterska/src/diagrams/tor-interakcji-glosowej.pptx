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0279a9a6b54540" /><Relationship Type="http://schemas.openxmlformats.org/officeDocument/2006/relationships/extended-properties" Target="/docProps/app.xml" Id="Rec90c0a3232440ef" /><Relationship Type="http://schemas.openxmlformats.org/officeDocument/2006/relationships/officeDocument" Target="/ppt/presentation.xml" Id="R40e38acd0c5b45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f4c6995a174526"/>
  </p:sldMasterIdLst>
  <p:notesMasterIdLst>
    <p:notesMasterId xmlns:r="http://schemas.openxmlformats.org/officeDocument/2006/relationships" r:id="R5ebf28e074ae4a39"/>
  </p:notesMasterIdLst>
  <p:sldIdLst>
    <p:sldId xmlns:r="http://schemas.openxmlformats.org/officeDocument/2006/relationships" id="256" r:id="Ra205288ae0f9480d"/>
  </p:sldIdLst>
  <p:sldSz cx="15240000" cy="2952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7b053e4bb94798" /><Relationship Type="http://schemas.openxmlformats.org/officeDocument/2006/relationships/slideMaster" Target="/ppt/slideMasters/slideMaster1.xml" Id="R24f4c6995a174526" /><Relationship Type="http://schemas.openxmlformats.org/officeDocument/2006/relationships/notesMaster" Target="/ppt/notesMasters/notesMaster1.xml" Id="R5ebf28e074ae4a39" /><Relationship Type="http://schemas.openxmlformats.org/officeDocument/2006/relationships/presProps" Target="/ppt/presProps.xml" Id="Rb9bd593fdb22463f" /><Relationship Type="http://schemas.openxmlformats.org/officeDocument/2006/relationships/tableStyles" Target="/ppt/tableStyles.xml" Id="R1bec74b788984465" /><Relationship Type="http://schemas.openxmlformats.org/officeDocument/2006/relationships/slide" Target="/ppt/slides/slide1.xml" Id="Ra205288ae0f948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a7025c599142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b27b2c03ee4dac" /><Relationship Type="http://schemas.openxmlformats.org/officeDocument/2006/relationships/notesMaster" Target="/ppt/notesMasters/notesMaster1.xml" Id="Re2f708c6836b4d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Opracowanie własne. Bloki przedstawiają VAD, STT, model językowy i TTS. Zapytanie, odpowiedź oraz kontekst pozostają poza ramkami jako dane wejściowe i wyjściowe. Formaty audio i tekst podano przy strzałkach.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685b0d79374e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68e1f12a240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6d91fa8af44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60f38a5b341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15ee9326342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e8ac848334d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A37C5C-C3D4-4A7A-B80B-5A8F1B7536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1115483"/>
            <a:ext cx="12192000" cy="426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1799F2B-4EEA-4387-8866-E8BE5D056B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1624013"/>
            <a:ext cx="10668000" cy="32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A079583-1579-4068-B950-76849116E2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1230313"/>
            <a:ext cx="12192000" cy="49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D75EA2-5013-4650-8EE3-699BA46CC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229658"/>
            <a:ext cx="13525500" cy="360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F750509-491B-42D1-A7E7-514E510707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820208"/>
            <a:ext cx="13525500" cy="1837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8425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29658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60892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492125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623358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754592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885825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017058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148292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79058D3-2E0A-4E27-940D-2192819804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229658"/>
            <a:ext cx="13525500" cy="360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8EB730-0418-49ED-9BC6-3C494013E7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820208"/>
            <a:ext cx="6286500" cy="1837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8425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29658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60892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492125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623358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754592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885825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017058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148292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F16AD35-6C70-4C7C-8E49-8AC11FC43B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820208"/>
            <a:ext cx="6286500" cy="1837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8425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29658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60892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492125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623358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754592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885825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017058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148292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0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AABE6E-2A87-44B6-ADDE-5EBCDFB250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229658"/>
            <a:ext cx="13525500" cy="360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30954A-E0CD-4BEF-94CD-14A3FB335A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820208"/>
            <a:ext cx="6286500" cy="1837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8425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29658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60892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492125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623358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754592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885825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017058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148292" indent="-98425" algn="l">
              <a:lnSpc>
                <a:spcPct val="110000"/>
              </a:lnSpc>
              <a:spcBef>
                <a:spcPts val="0"/>
              </a:spcBef>
              <a:spcAft>
                <a:spcPts val="517"/>
              </a:spcAft>
              <a:buChar char="•"/>
              <a:defRPr sz="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a5b0c2826d42a6" /><Relationship Type="http://schemas.openxmlformats.org/officeDocument/2006/relationships/slideLayout" Target="/ppt/slideLayouts/slideLayout1.xml" Id="R87b28b87df7a44d6" /><Relationship Type="http://schemas.openxmlformats.org/officeDocument/2006/relationships/slideLayout" Target="/ppt/slideLayouts/slideLayout2.xml" Id="Rce6bee7c11b949f0" /><Relationship Type="http://schemas.openxmlformats.org/officeDocument/2006/relationships/slideLayout" Target="/ppt/slideLayouts/slideLayout3.xml" Id="R86c17f4c46b34a40" /><Relationship Type="http://schemas.openxmlformats.org/officeDocument/2006/relationships/slideLayout" Target="/ppt/slideLayouts/slideLayout4.xml" Id="R3ddc8ebfc1834542" /><Relationship Type="http://schemas.openxmlformats.org/officeDocument/2006/relationships/slideLayout" Target="/ppt/slideLayouts/slideLayout5.xml" Id="Ra963bb05b05042fc" /><Relationship Type="http://schemas.openxmlformats.org/officeDocument/2006/relationships/slideLayout" Target="/ppt/slideLayouts/slideLayout6.xml" Id="R9809ee9477444d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b28b87df7a44d6"/>
    <p:sldLayoutId xmlns:r="http://schemas.openxmlformats.org/officeDocument/2006/relationships" id="2147483650" r:id="Rce6bee7c11b949f0"/>
    <p:sldLayoutId xmlns:r="http://schemas.openxmlformats.org/officeDocument/2006/relationships" id="2147483651" r:id="R86c17f4c46b34a40"/>
    <p:sldLayoutId xmlns:r="http://schemas.openxmlformats.org/officeDocument/2006/relationships" id="2147483652" r:id="R3ddc8ebfc1834542"/>
    <p:sldLayoutId xmlns:r="http://schemas.openxmlformats.org/officeDocument/2006/relationships" id="2147483653" r:id="Ra963bb05b05042fc"/>
    <p:sldLayoutId xmlns:r="http://schemas.openxmlformats.org/officeDocument/2006/relationships" id="2147483654" r:id="R9809ee9477444d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4d71cdf1e946a3" /><Relationship Type="http://schemas.openxmlformats.org/officeDocument/2006/relationships/notesSlide" Target="/ppt/notesSlides/notesSlide1.xml" Id="R72f0a241d8a641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query">
            <a:extLst xmlns:a="http://schemas.openxmlformats.org/drawingml/2006/main">
              <a:ext uri="{FF2B5EF4-FFF2-40B4-BE49-F238E27FC236}">
                <a16:creationId xmlns:a16="http://schemas.microsoft.com/office/drawing/2014/main" id="{6A8A965F-C639-4670-B1D4-98DDA7BE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714500"/>
            <a:ext cx="200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2A30"/>
                </a:solidFill>
                <a:latin typeface="Arial"/>
                <a:ea typeface="Arial"/>
                <a:cs typeface="Arial"/>
              </a:rPr>
              <a:t>Zapytanie</a:t>
            </a:r>
          </a:p>
        </p:txBody>
      </p:sp>
      <p:sp>
        <p:nvSpPr>
          <p:cNvPr id="2" name="vad">
            <a:extLst xmlns:a="http://schemas.openxmlformats.org/drawingml/2006/main">
              <a:ext uri="{FF2B5EF4-FFF2-40B4-BE49-F238E27FC236}">
                <a16:creationId xmlns:a16="http://schemas.microsoft.com/office/drawing/2014/main" id="{BF5938DC-6DF0-44D2-A843-735C4C38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14500"/>
            <a:ext cx="1143000" cy="895350"/>
          </a:xfrm>
          <a:prstGeom xmlns:a="http://schemas.openxmlformats.org/drawingml/2006/main" prst="roundRect">
            <a:avLst>
              <a:gd name="adj" fmla="val 212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17A83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52A30"/>
                </a:solidFill>
                <a:latin typeface="Arial"/>
                <a:ea typeface="Arial"/>
                <a:cs typeface="Arial"/>
              </a:rPr>
              <a:t>VAD</a:t>
            </a:r>
          </a:p>
        </p:txBody>
      </p:sp>
      <p:sp>
        <p:nvSpPr>
          <p:cNvPr id="3" name="stt">
            <a:extLst xmlns:a="http://schemas.openxmlformats.org/drawingml/2006/main">
              <a:ext uri="{FF2B5EF4-FFF2-40B4-BE49-F238E27FC236}">
                <a16:creationId xmlns:a16="http://schemas.microsoft.com/office/drawing/2014/main" id="{82407EA1-F05E-4370-B9E6-804B533D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14500"/>
            <a:ext cx="1143000" cy="895350"/>
          </a:xfrm>
          <a:prstGeom xmlns:a="http://schemas.openxmlformats.org/drawingml/2006/main" prst="roundRect">
            <a:avLst>
              <a:gd name="adj" fmla="val 212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17A83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52A30"/>
                </a:solidFill>
                <a:latin typeface="Arial"/>
                <a:ea typeface="Arial"/>
                <a:cs typeface="Arial"/>
              </a:rPr>
              <a:t>STT</a:t>
            </a:r>
          </a:p>
        </p:txBody>
      </p:sp>
      <p:sp>
        <p:nvSpPr>
          <p:cNvPr id="4" name="lm">
            <a:extLst xmlns:a="http://schemas.openxmlformats.org/drawingml/2006/main">
              <a:ext uri="{FF2B5EF4-FFF2-40B4-BE49-F238E27FC236}">
                <a16:creationId xmlns:a16="http://schemas.microsoft.com/office/drawing/2014/main" id="{03AA90C4-BCE5-499B-91BC-619D9772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14500"/>
            <a:ext cx="2286000" cy="895350"/>
          </a:xfrm>
          <a:prstGeom xmlns:a="http://schemas.openxmlformats.org/drawingml/2006/main" prst="roundRect">
            <a:avLst>
              <a:gd name="adj" fmla="val 21277"/>
            </a:avLst>
          </a:prstGeom>
          <a:solidFill xmlns:a="http://schemas.openxmlformats.org/drawingml/2006/main">
            <a:srgbClr val="F3F4F5"/>
          </a:solidFill>
          <a:ln xmlns:a="http://schemas.openxmlformats.org/drawingml/2006/main" w="18098">
            <a:solidFill>
              <a:srgbClr val="717A83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2A30"/>
                </a:solidFill>
                <a:latin typeface="Arial"/>
                <a:ea typeface="Arial"/>
                <a:cs typeface="Arial"/>
              </a:rPr>
              <a:t>Model językowy</a:t>
            </a:r>
          </a:p>
        </p:txBody>
      </p:sp>
      <p:sp>
        <p:nvSpPr>
          <p:cNvPr id="5" name="tts">
            <a:extLst xmlns:a="http://schemas.openxmlformats.org/drawingml/2006/main">
              <a:ext uri="{FF2B5EF4-FFF2-40B4-BE49-F238E27FC236}">
                <a16:creationId xmlns:a16="http://schemas.microsoft.com/office/drawing/2014/main" id="{2CFFF49F-6C6B-4556-8812-C6C5EEEB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714500"/>
            <a:ext cx="1143000" cy="895350"/>
          </a:xfrm>
          <a:prstGeom xmlns:a="http://schemas.openxmlformats.org/drawingml/2006/main" prst="roundRect">
            <a:avLst>
              <a:gd name="adj" fmla="val 212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17A83"/>
            </a:solidFill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52A30"/>
                </a:solidFill>
                <a:latin typeface="Arial"/>
                <a:ea typeface="Arial"/>
                <a:cs typeface="Arial"/>
              </a:rPr>
              <a:t>TTS</a:t>
            </a:r>
          </a:p>
        </p:txBody>
      </p:sp>
      <p:sp>
        <p:nvSpPr>
          <p:cNvPr id="6" name="answer">
            <a:extLst xmlns:a="http://schemas.openxmlformats.org/drawingml/2006/main">
              <a:ext uri="{FF2B5EF4-FFF2-40B4-BE49-F238E27FC236}">
                <a16:creationId xmlns:a16="http://schemas.microsoft.com/office/drawing/2014/main" id="{F3F6F704-3292-486E-8717-ECB7E4C6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7145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2A30"/>
                </a:solidFill>
                <a:latin typeface="Arial"/>
                <a:ea typeface="Arial"/>
                <a:cs typeface="Arial"/>
              </a:rPr>
              <a:t>Odpowiedź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61F23-9AF7-4969-9B9E-8DCBE0535EBE}"/>
              </a:ext>
            </a:extLst>
          </p:cNvPr>
          <p:cNvCxnSpPr/>
          <p:nvPr/>
        </p:nvCxnSpPr>
        <p:spPr>
          <a:xfrm xmlns:a="http://schemas.openxmlformats.org/drawingml/2006/main">
            <a:off x="2152650" y="2190750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717A83"/>
            </a:solidFill>
            <a:prstDash val="solid"/>
            <a:round/>
            <a:tailEnd type="triangle" w="lg" len="lg"/>
          </a:ln>
        </p:spPr>
      </p:cxnSp>
      <p:sp>
        <p:nvSpPr>
          <p:cNvPr id="8" name="format-0">
            <a:extLst xmlns:a="http://schemas.openxmlformats.org/drawingml/2006/main">
              <a:ext uri="{FF2B5EF4-FFF2-40B4-BE49-F238E27FC236}">
                <a16:creationId xmlns:a16="http://schemas.microsoft.com/office/drawing/2014/main" id="{2030DCCF-66B7-497F-A306-EBE67618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762125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27980"/>
                </a:solidFill>
                <a:latin typeface="Arial"/>
                <a:ea typeface="Arial"/>
                <a:cs typeface="Arial"/>
              </a:rPr>
              <a:t>audio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1B872-1529-4DDD-A119-FA42133974F1}"/>
              </a:ext>
            </a:extLst>
          </p:cNvPr>
          <p:cNvCxnSpPr/>
          <p:nvPr/>
        </p:nvCxnSpPr>
        <p:spPr>
          <a:xfrm xmlns:a="http://schemas.openxmlformats.org/drawingml/2006/main">
            <a:off x="4419600" y="2190750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717A83"/>
            </a:solidFill>
            <a:prstDash val="solid"/>
            <a:round/>
            <a:tailEnd type="triangle" w="lg" len="lg"/>
          </a:ln>
        </p:spPr>
      </p:cxnSp>
      <p:sp>
        <p:nvSpPr>
          <p:cNvPr id="10" name="format-1">
            <a:extLst xmlns:a="http://schemas.openxmlformats.org/drawingml/2006/main">
              <a:ext uri="{FF2B5EF4-FFF2-40B4-BE49-F238E27FC236}">
                <a16:creationId xmlns:a16="http://schemas.microsoft.com/office/drawing/2014/main" id="{BB6B3DE5-7B6F-4641-B5A5-4D922E97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62125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27980"/>
                </a:solidFill>
                <a:latin typeface="Arial"/>
                <a:ea typeface="Arial"/>
                <a:cs typeface="Arial"/>
              </a:rPr>
              <a:t>audio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77935-874F-44BD-9CFF-6B673765492C}"/>
              </a:ext>
            </a:extLst>
          </p:cNvPr>
          <p:cNvCxnSpPr/>
          <p:nvPr/>
        </p:nvCxnSpPr>
        <p:spPr>
          <a:xfrm xmlns:a="http://schemas.openxmlformats.org/drawingml/2006/main">
            <a:off x="6610350" y="219075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717A83"/>
            </a:solidFill>
            <a:prstDash val="solid"/>
            <a:round/>
            <a:tailEnd type="triangle" w="lg" len="lg"/>
          </a:ln>
        </p:spPr>
      </p:cxnSp>
      <p:sp>
        <p:nvSpPr>
          <p:cNvPr id="12" name="format-2">
            <a:extLst xmlns:a="http://schemas.openxmlformats.org/drawingml/2006/main">
              <a:ext uri="{FF2B5EF4-FFF2-40B4-BE49-F238E27FC236}">
                <a16:creationId xmlns:a16="http://schemas.microsoft.com/office/drawing/2014/main" id="{15D58D4A-E90F-4C31-B854-4173A35B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62125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27980"/>
                </a:solidFill>
                <a:latin typeface="Arial"/>
                <a:ea typeface="Arial"/>
                <a:cs typeface="Arial"/>
              </a:rPr>
              <a:t>tekst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0B4679-9823-47A3-9965-DD4857E7D9B5}"/>
              </a:ext>
            </a:extLst>
          </p:cNvPr>
          <p:cNvCxnSpPr/>
          <p:nvPr/>
        </p:nvCxnSpPr>
        <p:spPr>
          <a:xfrm xmlns:a="http://schemas.openxmlformats.org/drawingml/2006/main">
            <a:off x="10001250" y="2190750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717A83"/>
            </a:solidFill>
            <a:prstDash val="solid"/>
            <a:round/>
            <a:tailEnd type="triangle" w="lg" len="lg"/>
          </a:ln>
        </p:spPr>
      </p:cxnSp>
      <p:sp>
        <p:nvSpPr>
          <p:cNvPr id="14" name="format-3">
            <a:extLst xmlns:a="http://schemas.openxmlformats.org/drawingml/2006/main">
              <a:ext uri="{FF2B5EF4-FFF2-40B4-BE49-F238E27FC236}">
                <a16:creationId xmlns:a16="http://schemas.microsoft.com/office/drawing/2014/main" id="{A012D5E6-9BB2-4A55-8333-0FF4B7B0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62125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27980"/>
                </a:solidFill>
                <a:latin typeface="Arial"/>
                <a:ea typeface="Arial"/>
                <a:cs typeface="Arial"/>
              </a:rPr>
              <a:t>tekst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7AC2E-FEBB-423C-9836-6F21C3A512EF}"/>
              </a:ext>
            </a:extLst>
          </p:cNvPr>
          <p:cNvCxnSpPr/>
          <p:nvPr/>
        </p:nvCxnSpPr>
        <p:spPr>
          <a:xfrm xmlns:a="http://schemas.openxmlformats.org/drawingml/2006/main">
            <a:off x="12268200" y="2190750"/>
            <a:ext cx="1009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717A83"/>
            </a:solidFill>
            <a:prstDash val="solid"/>
            <a:round/>
            <a:tailEnd type="triangle" w="lg" len="lg"/>
          </a:ln>
        </p:spPr>
      </p:cxnSp>
      <p:sp>
        <p:nvSpPr>
          <p:cNvPr id="16" name="format-4">
            <a:extLst xmlns:a="http://schemas.openxmlformats.org/drawingml/2006/main">
              <a:ext uri="{FF2B5EF4-FFF2-40B4-BE49-F238E27FC236}">
                <a16:creationId xmlns:a16="http://schemas.microsoft.com/office/drawing/2014/main" id="{71C5CB2B-95D3-455F-A0C3-91C33416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1762125"/>
            <a:ext cx="100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2798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27980"/>
                </a:solidFill>
                <a:latin typeface="Arial"/>
                <a:ea typeface="Arial"/>
                <a:cs typeface="Arial"/>
              </a:rPr>
              <a:t>audio</a:t>
            </a:r>
          </a:p>
        </p:txBody>
      </p:sp>
      <p:sp>
        <p:nvSpPr>
          <p:cNvPr id="17" name="context">
            <a:extLst xmlns:a="http://schemas.openxmlformats.org/drawingml/2006/main">
              <a:ext uri="{FF2B5EF4-FFF2-40B4-BE49-F238E27FC236}">
                <a16:creationId xmlns:a16="http://schemas.microsoft.com/office/drawing/2014/main" id="{46EDB067-0100-4FE1-BB02-89CE9C7E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9075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defPPr>
            <a:lvl1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1pPr>
            <a:lvl2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2pPr>
            <a:lvl3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3pPr>
            <a:lvl4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4pPr>
            <a:lvl5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5pPr>
            <a:lvl6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6pPr>
            <a:lvl7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7pPr>
            <a:lvl8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8pPr>
            <a:lvl9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252A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2A30"/>
                </a:solidFill>
                <a:latin typeface="Arial"/>
                <a:ea typeface="Arial"/>
                <a:cs typeface="Arial"/>
              </a:rPr>
              <a:t>Kontekst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66176F-4E27-4917-A081-291C997BEF03}"/>
              </a:ext>
            </a:extLst>
          </p:cNvPr>
          <p:cNvCxnSpPr/>
          <p:nvPr/>
        </p:nvCxnSpPr>
        <p:spPr>
          <a:xfrm xmlns:a="http://schemas.openxmlformats.org/drawingml/2006/main">
            <a:off x="8801100" y="83820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2860" cap="rnd">
            <a:solidFill>
              <a:srgbClr val="717A83"/>
            </a:solidFill>
            <a:prstDash val="solid"/>
            <a:round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1208900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2026-10-24T17:06:22.5680000Z</dcterms:created>
  <dcterms:modified xsi:type="dcterms:W3CDTF">2026-10-24T17:06:22.5680000Z</dcterms:modified>
</coreProperties>
</file>