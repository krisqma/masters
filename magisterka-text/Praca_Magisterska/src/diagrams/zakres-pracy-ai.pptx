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9895d7e6e2436d" /><Relationship Type="http://schemas.openxmlformats.org/officeDocument/2006/relationships/extended-properties" Target="/docProps/app.xml" Id="Re26728d3df1947ca" /><Relationship Type="http://schemas.openxmlformats.org/officeDocument/2006/relationships/officeDocument" Target="/ppt/presentation.xml" Id="Rcb785ef99a78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b048901274897"/>
  </p:sldMasterIdLst>
  <p:notesMasterIdLst>
    <p:notesMasterId xmlns:r="http://schemas.openxmlformats.org/officeDocument/2006/relationships" r:id="R93c538ec3b1a4bb2"/>
  </p:notesMasterIdLst>
  <p:sldIdLst>
    <p:sldId xmlns:r="http://schemas.openxmlformats.org/officeDocument/2006/relationships" id="256" r:id="R5633ca0fb25f4269"/>
  </p:sldIdLst>
  <p:sldSz cx="13716000" cy="6762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8a2346fe734461" /><Relationship Type="http://schemas.openxmlformats.org/officeDocument/2006/relationships/slideMaster" Target="/ppt/slideMasters/slideMaster1.xml" Id="R00eb048901274897" /><Relationship Type="http://schemas.openxmlformats.org/officeDocument/2006/relationships/notesMaster" Target="/ppt/notesMasters/notesMaster1.xml" Id="R93c538ec3b1a4bb2" /><Relationship Type="http://schemas.openxmlformats.org/officeDocument/2006/relationships/presProps" Target="/ppt/presProps.xml" Id="Rafe200096b5040c4" /><Relationship Type="http://schemas.openxmlformats.org/officeDocument/2006/relationships/tableStyles" Target="/ppt/tableStyles.xml" Id="R600ceb035aae4846" /><Relationship Type="http://schemas.openxmlformats.org/officeDocument/2006/relationships/slide" Target="/ppt/slides/slide1.xml" Id="R5633ca0fb25f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7471ad2864e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f70a921f0f43a4" /><Relationship Type="http://schemas.openxmlformats.org/officeDocument/2006/relationships/notesMaster" Target="/ppt/notesMasters/notesMaster1.xml" Id="R92aeb2918fa4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Opracowanie własne. Treść zgodna z zaakceptowaną uproszczoną wersją. Wybrane gałęzie nie tworzą pełnej, rozłącznej klasyfikacji AI. Gwiazdka przy SLM objaśniona pod podpisem rysunku w pracy: główny obszar badań — SLM w systemie IoT.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c8124de544a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3243ea06740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365c939a146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8a83d8af047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022b1a04b4d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9abcf9cec4b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BD1723-09AC-4FDF-89C8-A5C1F70358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554817"/>
            <a:ext cx="10972800" cy="976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D5C3EB-0D15-4137-BD05-F86F39D72D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3719513"/>
            <a:ext cx="9601200" cy="751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6BA0F3-3B69-4706-A344-F6E4B0FB7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817813"/>
            <a:ext cx="10972800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87CA5C-C319-46E9-8413-5C1010B5C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525992"/>
            <a:ext cx="12172950" cy="826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C53C1E-6192-4A89-98FE-7210DBA2D1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1878542"/>
            <a:ext cx="12172950" cy="420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54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59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265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271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276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282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288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293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299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445E1F-D9D0-4673-83CA-744181D57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525992"/>
            <a:ext cx="12172950" cy="826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0D0211-5589-4558-BD24-8B9EDEEAD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1878542"/>
            <a:ext cx="5657850" cy="420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54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59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265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271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276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282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288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293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299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4D4EF8-6D3C-46AE-9929-8B1CDA0D9E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1878542"/>
            <a:ext cx="5657850" cy="420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54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59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265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271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276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282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288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293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299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0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52C149-FDEF-4736-96B7-FFFAD7750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525992"/>
            <a:ext cx="12172950" cy="826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DB14CD-17A8-4986-A529-409F9B273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1878542"/>
            <a:ext cx="5657850" cy="420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54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59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265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271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276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282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28825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29392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29958" indent="-225425" algn="l">
              <a:lnSpc>
                <a:spcPct val="110000"/>
              </a:lnSpc>
              <a:spcBef>
                <a:spcPts val="0"/>
              </a:spcBef>
              <a:spcAft>
                <a:spcPts val="1183"/>
              </a:spcAft>
              <a:buChar char="•"/>
              <a:defRPr sz="2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ec1d123a404c18" /><Relationship Type="http://schemas.openxmlformats.org/officeDocument/2006/relationships/slideLayout" Target="/ppt/slideLayouts/slideLayout1.xml" Id="R7dea0c8f598a457e" /><Relationship Type="http://schemas.openxmlformats.org/officeDocument/2006/relationships/slideLayout" Target="/ppt/slideLayouts/slideLayout2.xml" Id="R0dbaab9a56fa432b" /><Relationship Type="http://schemas.openxmlformats.org/officeDocument/2006/relationships/slideLayout" Target="/ppt/slideLayouts/slideLayout3.xml" Id="R196e57c5fe6f4749" /><Relationship Type="http://schemas.openxmlformats.org/officeDocument/2006/relationships/slideLayout" Target="/ppt/slideLayouts/slideLayout4.xml" Id="R45347169d4a24eaa" /><Relationship Type="http://schemas.openxmlformats.org/officeDocument/2006/relationships/slideLayout" Target="/ppt/slideLayouts/slideLayout5.xml" Id="R316a85b727e14b9e" /><Relationship Type="http://schemas.openxmlformats.org/officeDocument/2006/relationships/slideLayout" Target="/ppt/slideLayouts/slideLayout6.xml" Id="R2029fecc1210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ea0c8f598a457e"/>
    <p:sldLayoutId xmlns:r="http://schemas.openxmlformats.org/officeDocument/2006/relationships" id="2147483650" r:id="R0dbaab9a56fa432b"/>
    <p:sldLayoutId xmlns:r="http://schemas.openxmlformats.org/officeDocument/2006/relationships" id="2147483651" r:id="R196e57c5fe6f4749"/>
    <p:sldLayoutId xmlns:r="http://schemas.openxmlformats.org/officeDocument/2006/relationships" id="2147483652" r:id="R45347169d4a24eaa"/>
    <p:sldLayoutId xmlns:r="http://schemas.openxmlformats.org/officeDocument/2006/relationships" id="2147483653" r:id="R316a85b727e14b9e"/>
    <p:sldLayoutId xmlns:r="http://schemas.openxmlformats.org/officeDocument/2006/relationships" id="2147483654" r:id="R2029fecc1210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693b0ad934952" /><Relationship Type="http://schemas.openxmlformats.org/officeDocument/2006/relationships/notesSlide" Target="/ppt/notesSlides/notesSlide1.xml" Id="R03f3b9450c3045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i">
            <a:extLst xmlns:a="http://schemas.openxmlformats.org/drawingml/2006/main">
              <a:ext uri="{FF2B5EF4-FFF2-40B4-BE49-F238E27FC236}">
                <a16:creationId xmlns:a16="http://schemas.microsoft.com/office/drawing/2014/main" id="{977447BB-038F-4A61-B571-AC21AB3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Sztuczna inteligencja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9956A-3599-4CFE-A2D6-654968CD6644}"/>
              </a:ext>
            </a:extLst>
          </p:cNvPr>
          <p:cNvCxnSpPr/>
          <p:nvPr/>
        </p:nvCxnSpPr>
        <p:spPr>
          <a:xfrm xmlns:a="http://schemas.openxmlformats.org/drawingml/2006/main">
            <a:off x="6858000" y="9144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93EC0-E6BB-4B5C-836B-33D3CB153294}"/>
              </a:ext>
            </a:extLst>
          </p:cNvPr>
          <p:cNvCxnSpPr/>
          <p:nvPr/>
        </p:nvCxnSpPr>
        <p:spPr>
          <a:xfrm xmlns:a="http://schemas.openxmlformats.org/drawingml/2006/main">
            <a:off x="5905500" y="120015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1BE43-F067-45FA-92D7-6544C3B5367C}"/>
              </a:ext>
            </a:extLst>
          </p:cNvPr>
          <p:cNvCxnSpPr/>
          <p:nvPr/>
        </p:nvCxnSpPr>
        <p:spPr>
          <a:xfrm xmlns:a="http://schemas.openxmlformats.org/drawingml/2006/main">
            <a:off x="5905500" y="12001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B2D41-385A-42C0-8B9C-D7F99F116107}"/>
              </a:ext>
            </a:extLst>
          </p:cNvPr>
          <p:cNvCxnSpPr/>
          <p:nvPr/>
        </p:nvCxnSpPr>
        <p:spPr>
          <a:xfrm xmlns:a="http://schemas.openxmlformats.org/drawingml/2006/main">
            <a:off x="11811000" y="12001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sp>
        <p:nvSpPr>
          <p:cNvPr id="6" name="genai">
            <a:extLst xmlns:a="http://schemas.openxmlformats.org/drawingml/2006/main">
              <a:ext uri="{FF2B5EF4-FFF2-40B4-BE49-F238E27FC236}">
                <a16:creationId xmlns:a16="http://schemas.microsoft.com/office/drawing/2014/main" id="{1FC00C2F-52DF-4F6F-AD44-8C4C54FA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33525"/>
            <a:ext cx="6762750" cy="7429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Generatywna sztuczna inteligencja (GenAI)</a:t>
            </a:r>
          </a:p>
        </p:txBody>
      </p:sp>
      <p:sp>
        <p:nvSpPr>
          <p:cNvPr id="7" name="other-ai">
            <a:extLst xmlns:a="http://schemas.openxmlformats.org/drawingml/2006/main">
              <a:ext uri="{FF2B5EF4-FFF2-40B4-BE49-F238E27FC236}">
                <a16:creationId xmlns:a16="http://schemas.microsoft.com/office/drawing/2014/main" id="{D826E901-25B4-4F9C-A6BB-332643F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33525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Inne obszary AI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13C9B-5B2C-4541-B836-820757B415F2}"/>
              </a:ext>
            </a:extLst>
          </p:cNvPr>
          <p:cNvCxnSpPr/>
          <p:nvPr/>
        </p:nvCxnSpPr>
        <p:spPr>
          <a:xfrm xmlns:a="http://schemas.openxmlformats.org/drawingml/2006/main">
            <a:off x="5905500" y="22764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6E811-4D46-413D-AF35-147DCA009D56}"/>
              </a:ext>
            </a:extLst>
          </p:cNvPr>
          <p:cNvCxnSpPr/>
          <p:nvPr/>
        </p:nvCxnSpPr>
        <p:spPr>
          <a:xfrm xmlns:a="http://schemas.openxmlformats.org/drawingml/2006/main">
            <a:off x="1524000" y="2667000"/>
            <a:ext cx="10525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11B64-5133-4F92-8E34-D7FBA5E0D36F}"/>
              </a:ext>
            </a:extLst>
          </p:cNvPr>
          <p:cNvCxnSpPr/>
          <p:nvPr/>
        </p:nvCxnSpPr>
        <p:spPr>
          <a:xfrm xmlns:a="http://schemas.openxmlformats.org/drawingml/2006/main">
            <a:off x="1524000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3DFCF-3BE1-46EA-AB1D-4EA04A75B9EF}"/>
              </a:ext>
            </a:extLst>
          </p:cNvPr>
          <p:cNvCxnSpPr/>
          <p:nvPr/>
        </p:nvCxnSpPr>
        <p:spPr>
          <a:xfrm xmlns:a="http://schemas.openxmlformats.org/drawingml/2006/main">
            <a:off x="5905500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C46BC-538D-479F-8AAA-BD778F1AB375}"/>
              </a:ext>
            </a:extLst>
          </p:cNvPr>
          <p:cNvCxnSpPr/>
          <p:nvPr/>
        </p:nvCxnSpPr>
        <p:spPr>
          <a:xfrm xmlns:a="http://schemas.openxmlformats.org/drawingml/2006/main">
            <a:off x="9429750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8CDE4-842B-4DBC-B7F7-481731AFE158}"/>
              </a:ext>
            </a:extLst>
          </p:cNvPr>
          <p:cNvCxnSpPr/>
          <p:nvPr/>
        </p:nvCxnSpPr>
        <p:spPr>
          <a:xfrm xmlns:a="http://schemas.openxmlformats.org/drawingml/2006/main">
            <a:off x="12049125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sp>
        <p:nvSpPr>
          <p:cNvPr id="14" name="obrazy">
            <a:extLst xmlns:a="http://schemas.openxmlformats.org/drawingml/2006/main">
              <a:ext uri="{FF2B5EF4-FFF2-40B4-BE49-F238E27FC236}">
                <a16:creationId xmlns:a16="http://schemas.microsoft.com/office/drawing/2014/main" id="{7E8D9271-84AA-462A-96CD-58097CF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908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Obrazy</a:t>
            </a:r>
          </a:p>
        </p:txBody>
      </p:sp>
      <p:sp>
        <p:nvSpPr>
          <p:cNvPr id="15" name="tekst">
            <a:extLst xmlns:a="http://schemas.openxmlformats.org/drawingml/2006/main">
              <a:ext uri="{FF2B5EF4-FFF2-40B4-BE49-F238E27FC236}">
                <a16:creationId xmlns:a16="http://schemas.microsoft.com/office/drawing/2014/main" id="{979AF464-A867-4B5A-91F4-99F0DB98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Tekst</a:t>
            </a:r>
          </a:p>
        </p:txBody>
      </p:sp>
      <p:sp>
        <p:nvSpPr>
          <p:cNvPr id="16" name="audio">
            <a:extLst xmlns:a="http://schemas.openxmlformats.org/drawingml/2006/main">
              <a:ext uri="{FF2B5EF4-FFF2-40B4-BE49-F238E27FC236}">
                <a16:creationId xmlns:a16="http://schemas.microsoft.com/office/drawing/2014/main" id="{E333951A-DEAC-4ED8-9051-52820ADC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908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Dźwięk i mowa</a:t>
            </a:r>
          </a:p>
        </p:txBody>
      </p:sp>
      <p:sp>
        <p:nvSpPr>
          <p:cNvPr id="17" name="other-genai">
            <a:extLst xmlns:a="http://schemas.openxmlformats.org/drawingml/2006/main">
              <a:ext uri="{FF2B5EF4-FFF2-40B4-BE49-F238E27FC236}">
                <a16:creationId xmlns:a16="http://schemas.microsoft.com/office/drawing/2014/main" id="{138339AD-8524-4AFD-BC94-C358C40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908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Inne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4657D-14A2-435C-BF78-5D0617F2A450}"/>
              </a:ext>
            </a:extLst>
          </p:cNvPr>
          <p:cNvCxnSpPr/>
          <p:nvPr/>
        </p:nvCxnSpPr>
        <p:spPr>
          <a:xfrm xmlns:a="http://schemas.openxmlformats.org/drawingml/2006/main">
            <a:off x="5905500" y="36576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</a:ln>
        </p:spPr>
      </p:cxnSp>
      <p:sp>
        <p:nvSpPr>
          <p:cNvPr id="19" name="lm">
            <a:extLst xmlns:a="http://schemas.openxmlformats.org/drawingml/2006/main">
              <a:ext uri="{FF2B5EF4-FFF2-40B4-BE49-F238E27FC236}">
                <a16:creationId xmlns:a16="http://schemas.microsoft.com/office/drawing/2014/main" id="{EB0F3BA2-87ED-4BAD-901E-5B2654E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53340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Generatywne modele językowe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2F13B-A5C4-4319-8372-7BCA33BBF6E9}"/>
              </a:ext>
            </a:extLst>
          </p:cNvPr>
          <p:cNvCxnSpPr/>
          <p:nvPr/>
        </p:nvCxnSpPr>
        <p:spPr>
          <a:xfrm xmlns:a="http://schemas.openxmlformats.org/drawingml/2006/main">
            <a:off x="5905500" y="48958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F277C-F343-4D59-B9C8-903A001F5738}"/>
              </a:ext>
            </a:extLst>
          </p:cNvPr>
          <p:cNvCxnSpPr/>
          <p:nvPr/>
        </p:nvCxnSpPr>
        <p:spPr>
          <a:xfrm xmlns:a="http://schemas.openxmlformats.org/drawingml/2006/main">
            <a:off x="4524375" y="52959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1D8D3-B27B-481E-8591-BD4DC87D386A}"/>
              </a:ext>
            </a:extLst>
          </p:cNvPr>
          <p:cNvCxnSpPr/>
          <p:nvPr/>
        </p:nvCxnSpPr>
        <p:spPr>
          <a:xfrm xmlns:a="http://schemas.openxmlformats.org/drawingml/2006/main">
            <a:off x="4524375" y="52959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8BEC4"/>
            </a:solidFill>
            <a:prstDash val="solid"/>
            <a:round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7991A-3BA0-45AC-918E-518107E32CC2}"/>
              </a:ext>
            </a:extLst>
          </p:cNvPr>
          <p:cNvCxnSpPr/>
          <p:nvPr/>
        </p:nvCxnSpPr>
        <p:spPr>
          <a:xfrm xmlns:a="http://schemas.openxmlformats.org/drawingml/2006/main">
            <a:off x="7381875" y="52959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</a:ln>
        </p:spPr>
      </p:cxnSp>
      <p:sp>
        <p:nvSpPr>
          <p:cNvPr id="24" name="llm">
            <a:extLst xmlns:a="http://schemas.openxmlformats.org/drawingml/2006/main">
              <a:ext uri="{FF2B5EF4-FFF2-40B4-BE49-F238E27FC236}">
                <a16:creationId xmlns:a16="http://schemas.microsoft.com/office/drawing/2014/main" id="{B6E816D6-578D-4EC5-8FB9-921D0DC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24525"/>
            <a:ext cx="2095500" cy="7429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8BEC4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5" name="slm">
            <a:extLst xmlns:a="http://schemas.openxmlformats.org/drawingml/2006/main">
              <a:ext uri="{FF2B5EF4-FFF2-40B4-BE49-F238E27FC236}">
                <a16:creationId xmlns:a16="http://schemas.microsoft.com/office/drawing/2014/main" id="{C3F3B224-F80F-4378-8AB9-9EB83492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24525"/>
            <a:ext cx="2095500" cy="74295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778C9F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SLM *</a:t>
            </a:r>
          </a:p>
        </p:txBody>
      </p:sp>
    </p:spTree>
    <p:extLst>
      <p:ext uri="{BB962C8B-B14F-4D97-AF65-F5344CB8AC3E}">
        <p14:creationId xmlns:p14="http://schemas.microsoft.com/office/powerpoint/2010/main" val="1330188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2026-10-24T16:54:03.9270000Z</dcterms:created>
  <dcterms:modified xsi:type="dcterms:W3CDTF">2026-10-24T16:54:03.9270000Z</dcterms:modified>
</coreProperties>
</file>